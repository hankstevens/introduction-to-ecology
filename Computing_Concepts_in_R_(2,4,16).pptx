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40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Concepts in 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209W  —  in, </a:t>
            </a: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Ecological Concepts and Data in R</a:t>
            </a:r>
            <a:endParaRPr lang="en-US" sz="2000" i="1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computing ideas behind the R functions in Chapters 2–4 and 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Files, Storage, and Location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104241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hierarchies and paths (relative vs. absolute)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Physical/logical location of data: disk vs. working memory (RAM) vs. cloud/remote server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types and extensions as metadata about format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 vs. remote data accessed over a network (APIs/web services)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 and immutability (treating source data as read-only)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portable code (relative paths that work on any machine)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soft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Organization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104241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vs. loading (persistent installation vs. per-session activation)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Packages/libraries and dependency management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(package::function syntax to disambiguate identical names)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Mechanics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104241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Variables/objects and assignment (binding a name to a value)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vs. semantics; whitespace/token sensitivity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sensitivity of identifiers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as non-executable documentation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(top-to-bottom) execution and program state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and flow control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logic and relational operators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data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and Structures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104241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(numeric, integer, character/string, logical)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scalar, vector, list, matrix, data frame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Named/keyed structures (name-value pairs, e.g. named vectors)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/ null values and how operations propagate them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wor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Data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104241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and subsetting (by position vs. by logical condition)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 (operating on whole collections at once instead of looping)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Iteration/looping (explicit vs. implicit, e.g. group-wise operations)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data: wide vs. long formats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 and pattern matching (regular expressions)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String/number formatting (converting values to display text)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introspection (inspecting an object's type/structure at runtime)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abst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 and Composition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104241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parameters/arguments, default values, return values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functions (wrapping repeated logic for reuse)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Split-apply-combine (grouped operations as a loop substitute)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Pipelines/method chaining (composing a sequence of operations)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vs. imperative specification (e.g., graphics layers vs. step-by-step instructions)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Layering/composability of independent components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sim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and Modeling as Computation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104241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and pseudo-random number generation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via deterministic seeding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vs. observed data as a method of comparison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objects as structured objects with extractable components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approximation vs. analytical (closed-form) solutions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Discrete-time vs. continuous-time representations (difference vs. differential equations)</a:t>
            </a:r>
            <a:endParaRPr lang="en-US" sz="1700" dirty="0"/>
          </a:p>
          <a:p>
            <a:pPr marL="342900" indent="-342900" algn="l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state change over time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464</Words>
  <Application>Microsoft Macintosh PowerPoint</Application>
  <PresentationFormat>Widescreen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Stevens, Hank H.</cp:lastModifiedBy>
  <cp:revision>2</cp:revision>
  <dcterms:created xsi:type="dcterms:W3CDTF">2026-09-14T15:23:45Z</dcterms:created>
  <dcterms:modified xsi:type="dcterms:W3CDTF">2026-09-14T15:30:18Z</dcterms:modified>
</cp:coreProperties>
</file>