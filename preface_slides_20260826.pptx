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21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554480" cy="15544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slides/icon_leaf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518258"/>
            <a:ext cx="1181405" cy="118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51760" y="214884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Preface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651760" y="288036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the real Chapter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651760" y="36118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8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Ecological Concepts and Data in 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Hank Stevens and Claude Anthropic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</a:t>
            </a:r>
            <a:r>
              <a:rPr lang="en-US" sz="32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BECDR </a:t>
            </a: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slides/icon_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667512"/>
            <a:ext cx="1042416" cy="1042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activity-based introduction to the science and practice of ecology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assessment activities — answer keys generally are not provided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chapter deliberately mixes ecological content and coding practice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10424160" cy="9601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507492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either the ecology or the coding reduces your ability to understand, appreciate, and use both.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Book: Guidance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457200"/>
            <a:ext cx="1188720" cy="11887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slides/icon_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806" y="599846"/>
            <a:ext cx="903427" cy="9034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tmp/slides/icon_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" y="1693469"/>
            <a:ext cx="590702" cy="590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5544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lists (1, 2, 3 / a, b, c)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54480" y="19659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steps in exact sequence — success often depends on it.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01752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tmp/slides/icon_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9" y="3110789"/>
            <a:ext cx="590702" cy="5907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9718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Unnumbered, simple lists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554480" y="3383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usually doesn't matter here.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4348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tmp/slides/icon_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9" y="4528109"/>
            <a:ext cx="590702" cy="5907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3891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“Overthinking” sections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554480" y="4800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deeper dives — skippable on a first read (idea borrowed from Richard McElreath).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Skills You'll Practice Constantly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12080" cy="4480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slides/icon_wre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0378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8803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reshaping, and rearranging data — the majority of the work in any serious analysis. Practiced with tidyverse-style functions: read_csv, mutate, subset, and more.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035040" y="1508760"/>
            <a:ext cx="5212080" cy="4480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tmp/slides/icon_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1903781"/>
            <a:ext cx="764438" cy="764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data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55080" y="28803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data effectively is not simple. A good display communicates an important idea clearly and never hides relevant information. Practiced with ggplot2.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book, both should feel like second nature.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Put Coding on Your Résumé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1280160" cy="128016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slides/icon_briefc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59" y="610819"/>
            <a:ext cx="972922" cy="9729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experience demonstrates you can: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details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problems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new skills to complete tasks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1042416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show you can understand tasks you've taken on and communicate them to others — and be better prepared to work with coders, even if you never code for a living yourself.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A: “From This Book to Your Résumé — A Skills Crosswalk”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slides/icon_robo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987552"/>
            <a:ext cx="1042416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Changing What You Need to Learn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35661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now write passable R code, summarize articles, and define terms almost instantly. That doesn't reduce how much you need to learn — it shifts what you need to learn.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Plausibility Trap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280160" cy="128016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slides/icon_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019" y="610819"/>
            <a:ext cx="972922" cy="9729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1042416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600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ecological content is trained to sound like an expert wrote it — not to be correct about the natural world. The better it sounds, the more training you need to catch what it gets wrong.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skills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intuition, mechanistic and mathematical reasoning, model-assumption literacy, data literacy, multi-scale synthesis — judgment AI doesn't reliably have.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AI-augmentable tasks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0" y="374904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papers, boilerplate code, definitions, outlines — AI already does these well. But you still need to know enough to judge whether it got it right.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Skills to Develop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383280" cy="2331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slides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9961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reasoning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pattern exists, not just that it does.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60520" y="1188720"/>
            <a:ext cx="3383280" cy="2331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89120" y="14173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tmp/slides/icon_calculat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499616"/>
            <a:ext cx="521208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reasoning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38912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a result shows what controls a system.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0" y="1188720"/>
            <a:ext cx="3383280" cy="2331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01000" y="14173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tmp/slides/icon_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499616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Model-assumption literacy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00100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a model assumes, and when that breaks.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383280" cy="2331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tmp/slides/icon_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05993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you compute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5212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outcome first — being wrong is how you learn.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160520" y="3749040"/>
            <a:ext cx="3383280" cy="2331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tmp/slides/icon_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4059936"/>
            <a:ext cx="521208" cy="5212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0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389120" y="5212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bias, sample size, and what data can't tell you.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772400" y="3749040"/>
            <a:ext cx="3383280" cy="2331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001000" y="39776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/tmp/slides/icon_diagra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3296" y="4059936"/>
            <a:ext cx="521208" cy="5212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01000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synthesis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001000" y="5212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individual processes to population, community, ecosystem patterns.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Responsibly in This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424160" y="457200"/>
            <a:ext cx="1188720" cy="11887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slides/icon_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806" y="599846"/>
            <a:ext cx="903427" cy="9034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120640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refreshers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explanations of material you've already studied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554480"/>
            <a:ext cx="5120640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uses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1945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outlines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brand new concept from 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code you don't understand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AI interpret your results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10424160" cy="14173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4526280"/>
            <a:ext cx="9784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can't explain every line of AI-written code, you haven't learned what you needed to.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188720" cy="11887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slides/icon_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926" y="599846"/>
            <a:ext cx="903427" cy="9034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120640" cy="4480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skills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coding experience before this class?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expect the coding here will be like?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listed coding on a résumé?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code and data help your future career?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0" y="1554480"/>
            <a:ext cx="5120640" cy="4480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17920" y="21945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use AI in your life right now?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know about AI's environmental impact — and your source?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AI's risks and benefits — by likelihood and by size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 about AI?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slides/icon_seedlin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536192"/>
            <a:ext cx="1042416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Mazel tov!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5156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 — Basic Ecological Concepts and Data in 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788</Words>
  <Application>Microsoft Macintosh PowerPoint</Application>
  <PresentationFormat>Widescreen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Stevens, Hank H.</cp:lastModifiedBy>
  <cp:revision>4</cp:revision>
  <dcterms:created xsi:type="dcterms:W3CDTF">2026-08-25T15:30:43Z</dcterms:created>
  <dcterms:modified xsi:type="dcterms:W3CDTF">2026-08-26T15:28:39Z</dcterms:modified>
</cp:coreProperties>
</file>